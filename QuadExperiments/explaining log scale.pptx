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36"/>
    <p:restoredTop sz="96327"/>
  </p:normalViewPr>
  <p:slideViewPr>
    <p:cSldViewPr snapToGrid="0">
      <p:cViewPr>
        <p:scale>
          <a:sx n="117" d="100"/>
          <a:sy n="117" d="100"/>
        </p:scale>
        <p:origin x="336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D0F8F-AF59-814C-B6BC-17C62449B223}" type="datetimeFigureOut">
              <a:rPr lang="en-US" smtClean="0"/>
              <a:t>5/14/25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277866-CBD5-6C46-A98C-8A4F8D4AD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827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277866-CBD5-6C46-A98C-8A4F8D4ADD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68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44AFD-8AFF-5555-74A7-4B68558BAF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DFA536-E0B9-10CA-515D-B73E98EECF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B6FC6-92FD-39AF-25AE-B3F25D17A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E8DA-2423-C147-B1FE-0699B56B34BF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68275-CFD9-F0B4-E276-D8DCE17D4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FC807-DA5F-593D-67DF-FE9D3D5D6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9FA6F-3835-4445-8B1A-25254F0FF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264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D8B48-12A9-B445-8609-5EA31CE34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E95C8-7FA2-1AE7-3535-337CB23A8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780BF-F083-B779-892E-1759E79AA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E8DA-2423-C147-B1FE-0699B56B34BF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80337-D038-7D80-2E06-6CE85CAC0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D60D5-1A77-DFF3-2B08-5548041E2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9FA6F-3835-4445-8B1A-25254F0FF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693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00C0E-CFB3-7B60-CC7D-F0F10DC60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67930-69E5-0750-9164-D3E885023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C65E0-0817-5048-FE88-A4980D425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E8DA-2423-C147-B1FE-0699B56B34BF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E258E-541C-CA47-A543-F5F445229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B9C38-08BF-8875-369D-B6912C7C7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9FA6F-3835-4445-8B1A-25254F0FF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089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41D08-3408-5C3E-CC33-E53A1DEFF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C3307-A686-ECEF-D646-97F5CA3A6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AA4809-55FB-4A7E-C7A5-F1303ADF4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5A5145-82F1-1B68-3D25-8738683C6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E8DA-2423-C147-B1FE-0699B56B34BF}" type="datetimeFigureOut">
              <a:rPr lang="en-US" smtClean="0"/>
              <a:t>5/14/25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E29464-A84F-7A31-A5FA-04157952E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534DA-D8B1-972B-4263-5F2829E2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9FA6F-3835-4445-8B1A-25254F0FF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594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EAFA3-3D14-5B1D-2806-BC05DEE9E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175FBF-2A19-BC07-DAA5-EFBB0ACFC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772125-B0A5-C8DB-C3AC-C413B605F1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1A068A-F2A6-C4C6-EBA2-540EC6F71D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7B6105-4C47-8537-D3D5-FB122FCF0C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9E892E-4277-375C-99DC-3BB1E8FED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E8DA-2423-C147-B1FE-0699B56B34BF}" type="datetimeFigureOut">
              <a:rPr lang="en-US" smtClean="0"/>
              <a:t>5/14/25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BF8266-2473-2DC7-E4ED-056A5A352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E7104B-838C-17FE-3387-9187732FF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9FA6F-3835-4445-8B1A-25254F0FF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419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BBCE0-31C2-1FAF-7472-DCB554CA4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A9434E-7D27-F7B1-8B1F-3C9E147E5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E8DA-2423-C147-B1FE-0699B56B34BF}" type="datetimeFigureOut">
              <a:rPr lang="en-US" smtClean="0"/>
              <a:t>5/14/25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9B4942-646F-2F1E-7B5C-BCFA5A4DF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43F363-E5B2-1D38-82E7-2877A31C2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9FA6F-3835-4445-8B1A-25254F0FF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906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59E5F1-1216-AE21-E90E-98E35CE1C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E8DA-2423-C147-B1FE-0699B56B34BF}" type="datetimeFigureOut">
              <a:rPr lang="en-US" smtClean="0"/>
              <a:t>5/14/25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041980-8256-5DEC-F2C3-4C905174E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9DB90-DE1D-0CC4-AFF4-FC59DA73F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9FA6F-3835-4445-8B1A-25254F0FF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059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C3028-BE49-D434-99EF-801B5E8A3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6DD4B-B0C3-80B0-879D-CB26874AA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DAAB60-4E6F-8019-7D31-6D8771E3AF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9B68C9-91E7-069F-D5F8-EBCDDD531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E8DA-2423-C147-B1FE-0699B56B34BF}" type="datetimeFigureOut">
              <a:rPr lang="en-US" smtClean="0"/>
              <a:t>5/14/25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9FA93-6AE3-EE1E-65A1-C2480746F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81B0E9-2F8B-AFCF-4F6D-AD3CB9CA1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9FA6F-3835-4445-8B1A-25254F0FF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181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7C642-2115-BE82-1E6B-32C89AF2E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C1C650-1252-7B40-0CAA-EC8B953FA3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D8558C-6297-3C51-88CF-7DEC03D693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C3773A-AC25-3997-803B-044416894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E8DA-2423-C147-B1FE-0699B56B34BF}" type="datetimeFigureOut">
              <a:rPr lang="en-US" smtClean="0"/>
              <a:t>5/14/25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4B23A0-4193-5E63-D4AC-B1833046B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C5B0F4-E957-902A-A417-262C51F60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9FA6F-3835-4445-8B1A-25254F0FF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131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DEA86-669A-FF57-0353-F0E9BC670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14C962-A178-DC95-48A1-D5BA3240AE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5B8FF-26D0-6736-0B2F-37087B630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E8DA-2423-C147-B1FE-0699B56B34BF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06FC8-920C-70D5-DDAF-97205AA96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407AA-DC73-5A7F-41B0-45479D951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9FA6F-3835-4445-8B1A-25254F0FF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484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F39592-9138-152D-6B4C-DD0755BB25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C9AAA-989C-A955-B4E0-FC61B0E054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2F69E-7161-CC20-275F-5FE36170C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E8DA-2423-C147-B1FE-0699B56B34BF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B973D-CBED-D5B8-000D-ABE06DCBF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CDF7F-B39F-B032-E643-A1D36638A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9FA6F-3835-4445-8B1A-25254F0FF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186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B7CE9B-D5C2-3DB3-E8EC-9B7D5A92C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16FB9-C60B-712C-65E2-517CF6DBA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F8A23-0D84-386C-3A13-3564B45B9E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70E8DA-2423-C147-B1FE-0699B56B34BF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5B79A-16B8-46B3-FF03-BD6EA30EDE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96DD0-16B7-F20B-EC74-6A1578A6C4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89FA6F-3835-4445-8B1A-25254F0FF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802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023A8E-9E27-7191-A2DA-4AF2003598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177" r="50521" b="12810"/>
          <a:stretch>
            <a:fillRect/>
          </a:stretch>
        </p:blipFill>
        <p:spPr>
          <a:xfrm>
            <a:off x="160226" y="2819401"/>
            <a:ext cx="3845717" cy="34507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B4B24E-A51F-DC62-17DF-E546E06A44EF}"/>
              </a:ext>
            </a:extLst>
          </p:cNvPr>
          <p:cNvSpPr txBox="1"/>
          <p:nvPr/>
        </p:nvSpPr>
        <p:spPr>
          <a:xfrm>
            <a:off x="424544" y="185057"/>
            <a:ext cx="841465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 the formula you fit the log of the values so the axes represent the log of the numbers. On the left I put in red the number that corresponds to the log2(number) so you can get a sense of what the scale is.</a:t>
            </a:r>
          </a:p>
          <a:p>
            <a:r>
              <a:rPr lang="en-US" sz="1200" dirty="0"/>
              <a:t>So all you angles are actually positive. When I plotted the graph I changed the x &amp; y tick labels to the numbers to make it me interpretable. So I put these numbers on your graph too. And your angles are all positive</a:t>
            </a:r>
          </a:p>
          <a:p>
            <a:r>
              <a:rPr lang="en-US" sz="1200" dirty="0"/>
              <a:t>The thing that a log2 scale does is put multiple of 2 in regular intervals as otherwise on a regular (linear) scale, the intervals between 2 and 4 would have been smaller than from 4 to 8. And in the right, you can see my graphs; one more thing is that  you need to fit the linear model separately for the adjusted and estimated case, so I don’t know what combined means in your analysis. Can you clarify this? </a:t>
            </a:r>
          </a:p>
          <a:p>
            <a:r>
              <a:rPr lang="en-US" sz="1200" dirty="0"/>
              <a:t>Your slope and intercept looks the same as from my code for the perceptual case so I am cautiously optimistic</a:t>
            </a:r>
          </a:p>
          <a:p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CBA914-F33F-CF62-F7BD-D6F62A5A4BC0}"/>
              </a:ext>
            </a:extLst>
          </p:cNvPr>
          <p:cNvSpPr txBox="1"/>
          <p:nvPr/>
        </p:nvSpPr>
        <p:spPr>
          <a:xfrm>
            <a:off x="10025062" y="623889"/>
            <a:ext cx="1188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-1=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rgbClr val="FF0000"/>
                </a:solidFill>
              </a:rPr>
              <a:t>-1</a:t>
            </a:r>
            <a:r>
              <a:rPr lang="en-US" dirty="0">
                <a:solidFill>
                  <a:srgbClr val="FF0000"/>
                </a:solidFill>
              </a:rPr>
              <a:t>=1/2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993EC0-462E-7DA9-C5B2-C375583EDAFD}"/>
              </a:ext>
            </a:extLst>
          </p:cNvPr>
          <p:cNvSpPr txBox="1"/>
          <p:nvPr/>
        </p:nvSpPr>
        <p:spPr>
          <a:xfrm>
            <a:off x="10177316" y="1070204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0=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rgbClr val="FF0000"/>
                </a:solidFill>
              </a:rPr>
              <a:t>0</a:t>
            </a:r>
            <a:r>
              <a:rPr lang="en-US" dirty="0">
                <a:solidFill>
                  <a:srgbClr val="FF0000"/>
                </a:solidFill>
              </a:rPr>
              <a:t>=1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6DD195-68EA-EF8C-41E5-73B944E07518}"/>
              </a:ext>
            </a:extLst>
          </p:cNvPr>
          <p:cNvSpPr txBox="1"/>
          <p:nvPr/>
        </p:nvSpPr>
        <p:spPr>
          <a:xfrm>
            <a:off x="10177316" y="1516519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1=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=2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D783B4-D61E-5FB8-4CA4-CCD481A5F559}"/>
              </a:ext>
            </a:extLst>
          </p:cNvPr>
          <p:cNvSpPr txBox="1"/>
          <p:nvPr/>
        </p:nvSpPr>
        <p:spPr>
          <a:xfrm>
            <a:off x="10177316" y="1962834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2=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=4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0F15F3-25A3-2045-7008-7227ACC16BA0}"/>
              </a:ext>
            </a:extLst>
          </p:cNvPr>
          <p:cNvSpPr txBox="1"/>
          <p:nvPr/>
        </p:nvSpPr>
        <p:spPr>
          <a:xfrm>
            <a:off x="10188202" y="2311177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3=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=8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6176F3-D8B8-9A32-B8EE-8C12C8F9FCC1}"/>
              </a:ext>
            </a:extLst>
          </p:cNvPr>
          <p:cNvSpPr txBox="1"/>
          <p:nvPr/>
        </p:nvSpPr>
        <p:spPr>
          <a:xfrm>
            <a:off x="8697686" y="359228"/>
            <a:ext cx="1624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 2(number)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BA5A01-1E12-2FD2-A5EB-3FBDE5DD3349}"/>
              </a:ext>
            </a:extLst>
          </p:cNvPr>
          <p:cNvSpPr txBox="1"/>
          <p:nvPr/>
        </p:nvSpPr>
        <p:spPr>
          <a:xfrm>
            <a:off x="10297886" y="359228"/>
            <a:ext cx="1624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number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0C7090-75B0-E522-D0C1-FED4D157D1B2}"/>
              </a:ext>
            </a:extLst>
          </p:cNvPr>
          <p:cNvSpPr txBox="1"/>
          <p:nvPr/>
        </p:nvSpPr>
        <p:spPr>
          <a:xfrm>
            <a:off x="990600" y="6253842"/>
            <a:ext cx="510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1/2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F905B0-5235-0C60-0969-04E2BC74FF1C}"/>
              </a:ext>
            </a:extLst>
          </p:cNvPr>
          <p:cNvSpPr txBox="1"/>
          <p:nvPr/>
        </p:nvSpPr>
        <p:spPr>
          <a:xfrm>
            <a:off x="1806112" y="625384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BA601D-0924-4FAC-1D61-C251306BA26D}"/>
              </a:ext>
            </a:extLst>
          </p:cNvPr>
          <p:cNvSpPr txBox="1"/>
          <p:nvPr/>
        </p:nvSpPr>
        <p:spPr>
          <a:xfrm>
            <a:off x="2419646" y="625384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1074C1-119D-D8FD-DCCE-F9474BA71B8E}"/>
              </a:ext>
            </a:extLst>
          </p:cNvPr>
          <p:cNvSpPr txBox="1"/>
          <p:nvPr/>
        </p:nvSpPr>
        <p:spPr>
          <a:xfrm>
            <a:off x="3033180" y="625384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8A3031-2308-AFE7-7AED-4AAFF3DB9378}"/>
              </a:ext>
            </a:extLst>
          </p:cNvPr>
          <p:cNvSpPr txBox="1"/>
          <p:nvPr/>
        </p:nvSpPr>
        <p:spPr>
          <a:xfrm>
            <a:off x="3646714" y="625384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C93644-4B2A-C27D-10E1-6A804A5C7F18}"/>
              </a:ext>
            </a:extLst>
          </p:cNvPr>
          <p:cNvSpPr txBox="1"/>
          <p:nvPr/>
        </p:nvSpPr>
        <p:spPr>
          <a:xfrm>
            <a:off x="261260" y="5742214"/>
            <a:ext cx="510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1/2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BB65A7-7C81-2FDA-0A47-8918DB42D69E}"/>
              </a:ext>
            </a:extLst>
          </p:cNvPr>
          <p:cNvSpPr txBox="1"/>
          <p:nvPr/>
        </p:nvSpPr>
        <p:spPr>
          <a:xfrm>
            <a:off x="456285" y="511084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4D0A58-3E48-B033-8C1D-47055C5D2545}"/>
              </a:ext>
            </a:extLst>
          </p:cNvPr>
          <p:cNvSpPr txBox="1"/>
          <p:nvPr/>
        </p:nvSpPr>
        <p:spPr>
          <a:xfrm>
            <a:off x="460220" y="443592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1954DA-ACEE-CF4B-156B-EB7108B2567C}"/>
              </a:ext>
            </a:extLst>
          </p:cNvPr>
          <p:cNvSpPr txBox="1"/>
          <p:nvPr/>
        </p:nvSpPr>
        <p:spPr>
          <a:xfrm>
            <a:off x="453269" y="37718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2B3100-DD3E-2518-41F6-4F7002418EA0}"/>
              </a:ext>
            </a:extLst>
          </p:cNvPr>
          <p:cNvSpPr txBox="1"/>
          <p:nvPr/>
        </p:nvSpPr>
        <p:spPr>
          <a:xfrm>
            <a:off x="468090" y="311875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8</a:t>
            </a:r>
          </a:p>
        </p:txBody>
      </p:sp>
      <p:pic>
        <p:nvPicPr>
          <p:cNvPr id="25" name="Picture 2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1EAAFF6-87DD-F118-C7B5-C4CDD9398A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52" r="21390" b="83267"/>
          <a:stretch>
            <a:fillRect/>
          </a:stretch>
        </p:blipFill>
        <p:spPr>
          <a:xfrm>
            <a:off x="116683" y="2035629"/>
            <a:ext cx="6109946" cy="65314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A323372-9D0D-4FA8-BA24-4E7CCE081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6488" y="2852057"/>
            <a:ext cx="3583626" cy="404306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A38DF21-8F95-9D2B-F209-0FF388A0C8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4472" y="2812708"/>
            <a:ext cx="3608558" cy="418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861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226</Words>
  <Application>Microsoft Macintosh PowerPoint</Application>
  <PresentationFormat>Widescreen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Kalanit Grill-Spector</dc:creator>
  <cp:lastModifiedBy>Kalanit Grill-Spector</cp:lastModifiedBy>
  <cp:revision>3</cp:revision>
  <dcterms:created xsi:type="dcterms:W3CDTF">2025-05-15T03:35:04Z</dcterms:created>
  <dcterms:modified xsi:type="dcterms:W3CDTF">2025-05-15T04:11:00Z</dcterms:modified>
</cp:coreProperties>
</file>