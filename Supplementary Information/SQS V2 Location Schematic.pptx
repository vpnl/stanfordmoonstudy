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09"/>
    <p:restoredTop sz="94830"/>
  </p:normalViewPr>
  <p:slideViewPr>
    <p:cSldViewPr snapToGrid="0">
      <p:cViewPr varScale="1">
        <p:scale>
          <a:sx n="121" d="100"/>
          <a:sy n="121" d="100"/>
        </p:scale>
        <p:origin x="10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1D2C1-25CB-7F36-80E6-71425C1B8C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357989-68AB-EBE1-180E-14C48C236D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82DFD-7959-E814-3ADB-C539AA7AA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12364-E11C-8B4A-AA1E-6F56A034CFF9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8C6E4-5FE9-1169-96F3-045505BF4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BA05D-156F-2306-D6BF-623A510E0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0899-396D-524F-9861-0A019712D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639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C4E82-193C-2A1E-ED5C-5B0361728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4EFE6-B75D-DDBE-5BBE-9A8958E28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3CEE0-A62B-BFEC-8E97-7C1767B1F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12364-E11C-8B4A-AA1E-6F56A034CFF9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E9EA5-EB8C-3219-BBC0-E73075E68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534A4-18E7-59D9-A30A-A5CDE45A8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0899-396D-524F-9861-0A019712D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535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A8E71-6F65-EFC5-6925-F3BDA168C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294E8-53F4-DA0F-7DF4-AC84646F6F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9F597D-8D69-2CA9-D01A-020253FB8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12364-E11C-8B4A-AA1E-6F56A034CFF9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E6DF9-78DC-DF8A-6D01-25629DBE2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CA7E9-15B3-036C-5DC0-55FEF435A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0899-396D-524F-9861-0A019712D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626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F760B-A9C9-45F1-8B0D-3A4B9CB4D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B98FB-456A-707E-2D0C-D752FB8808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8198A4-4AFF-BCEF-790A-F946C99A3D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FB8B7A-F567-A202-502A-FF92D4280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12364-E11C-8B4A-AA1E-6F56A034CFF9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F261D0-CA28-A18C-43DE-E62AEC174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47FF7C-49CB-B294-C4A3-5EDDA7D94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0899-396D-524F-9861-0A019712D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997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71029-6493-5577-1C89-6B8D2360B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C85DE9-5EB4-7015-7952-D19CCCB71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26D64D-148B-BD84-BE9A-6F2BF85D41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53C401-2D85-AEB3-984F-16CD913457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30FB08-1A90-160E-68B2-150602C829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14CD37-3EA8-6813-C6BC-8DE4CB14E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12364-E11C-8B4A-AA1E-6F56A034CFF9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544376-4BDB-0D14-C9BE-2917F8DD7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127B13-7FBB-96A6-8F56-1ED0BB665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0899-396D-524F-9861-0A019712D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517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70452-C82A-EA0C-585A-2FA3FA61D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79407A-62AE-E706-B6D8-66EC71C50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12364-E11C-8B4A-AA1E-6F56A034CFF9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A78E10-99BB-00F0-2F3D-7865EA447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03CD2D-FD26-A6C2-3824-C2900FFAF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0899-396D-524F-9861-0A019712D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087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46689E-2DEB-A862-2960-342F08768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12364-E11C-8B4A-AA1E-6F56A034CFF9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F3C27D-3355-C44A-F6BA-17D90DD7D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4AB7BE-B44D-1F63-EBD4-F73DCB6C8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0899-396D-524F-9861-0A019712D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004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76D63-DCB3-6C70-BD3B-665179B49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74926-CF0A-9A93-8CD8-E6BF2BE8E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BDAC3F-7919-E5AA-DACF-D1E5ED3BE0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D3E60-41C7-6A75-B9AD-856EE87D4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12364-E11C-8B4A-AA1E-6F56A034CFF9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F83C2D-4977-CDEC-D6FC-E19E07012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BECA34-F958-7B84-0137-DD3470842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0899-396D-524F-9861-0A019712D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315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275BD-3B51-3EF5-20BC-EC20CAED6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87A1B7-A141-6880-1E0C-DF13A3CD9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4D2BC8-6B71-9D13-24F7-75170DABC0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E9E6C3-6DD8-91EB-DC82-4D240616C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12364-E11C-8B4A-AA1E-6F56A034CFF9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97159-BE69-E058-648A-E9B3F31AF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DC53E3-B9A8-78D5-2961-97EA47F9D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0899-396D-524F-9861-0A019712D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670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38AE3-AB58-C67D-7074-A5594E7F4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4B3F22-B6AC-DF21-3001-CF95568DC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7F742-8AB3-9858-4555-E940F24AB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12364-E11C-8B4A-AA1E-6F56A034CFF9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29EFA-3F11-BDCF-834B-592A180A9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3E95E-E3FD-6B4A-201E-EA5A4D3FB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0899-396D-524F-9861-0A019712D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191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0F205E-C7A8-EB37-3518-554FE33432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4E74C3-8B67-E5C2-7D85-999B233932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0A53A-9694-F25C-7508-534EA18F3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12364-E11C-8B4A-AA1E-6F56A034CFF9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E0424-7577-01CF-2729-662052825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49E93-13A8-A933-6260-993B436B9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0899-396D-524F-9861-0A019712D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14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8A8A16-7258-A3D3-B1CD-F6641EB03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14825D-9361-553A-A32F-E24AB9E0A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C7811-CC24-0BBD-BA4A-7FE225B4FD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312364-E11C-8B4A-AA1E-6F56A034CFF9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30C6F-2457-1B36-D9A1-93607C5F2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4AFA7-54C3-715B-6429-8FE4A1955F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040899-396D-524F-9861-0A019712D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103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91D7D963-00CF-1845-6BEC-11EF89C3BA1C}"/>
              </a:ext>
            </a:extLst>
          </p:cNvPr>
          <p:cNvGrpSpPr/>
          <p:nvPr/>
        </p:nvGrpSpPr>
        <p:grpSpPr>
          <a:xfrm>
            <a:off x="2209800" y="634677"/>
            <a:ext cx="7772400" cy="4608633"/>
            <a:chOff x="1951511" y="514350"/>
            <a:chExt cx="7772400" cy="4605021"/>
          </a:xfrm>
        </p:grpSpPr>
        <p:pic>
          <p:nvPicPr>
            <p:cNvPr id="5" name="Picture 4" descr="A road with trees and buildings&#10;&#10;AI-generated content may be incorrect.">
              <a:extLst>
                <a:ext uri="{FF2B5EF4-FFF2-40B4-BE49-F238E27FC236}">
                  <a16:creationId xmlns:a16="http://schemas.microsoft.com/office/drawing/2014/main" id="{F1D1D6FE-9521-9D4E-D5E6-A609FD1104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21002"/>
            <a:stretch>
              <a:fillRect/>
            </a:stretch>
          </p:blipFill>
          <p:spPr>
            <a:xfrm rot="10800000">
              <a:off x="1951511" y="514350"/>
              <a:ext cx="7772400" cy="4605021"/>
            </a:xfrm>
            <a:prstGeom prst="rect">
              <a:avLst/>
            </a:prstGeom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A903D04-90C9-BC9E-8532-F01A82F00F9E}"/>
                </a:ext>
              </a:extLst>
            </p:cNvPr>
            <p:cNvCxnSpPr/>
            <p:nvPr/>
          </p:nvCxnSpPr>
          <p:spPr>
            <a:xfrm>
              <a:off x="3504549" y="3358499"/>
              <a:ext cx="0" cy="269875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81D4AB3-B386-0FCB-916F-AFFDE9B80216}"/>
                </a:ext>
              </a:extLst>
            </p:cNvPr>
            <p:cNvCxnSpPr>
              <a:cxnSpLocks/>
            </p:cNvCxnSpPr>
            <p:nvPr/>
          </p:nvCxnSpPr>
          <p:spPr>
            <a:xfrm>
              <a:off x="4020413" y="3421348"/>
              <a:ext cx="0" cy="136777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44E2D58-5550-3E38-A21F-390AA57ED3C3}"/>
                </a:ext>
              </a:extLst>
            </p:cNvPr>
            <p:cNvCxnSpPr>
              <a:cxnSpLocks/>
            </p:cNvCxnSpPr>
            <p:nvPr/>
          </p:nvCxnSpPr>
          <p:spPr>
            <a:xfrm>
              <a:off x="4222550" y="3441700"/>
              <a:ext cx="0" cy="87678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277B3C9-F039-D6C7-C689-6BEDFED7D0B8}"/>
                </a:ext>
              </a:extLst>
            </p:cNvPr>
            <p:cNvCxnSpPr>
              <a:cxnSpLocks/>
            </p:cNvCxnSpPr>
            <p:nvPr/>
          </p:nvCxnSpPr>
          <p:spPr>
            <a:xfrm>
              <a:off x="9570818" y="3006074"/>
              <a:ext cx="0" cy="778526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DCAF288-CB49-1633-A0A2-09ACCCAAF8E4}"/>
                </a:ext>
              </a:extLst>
            </p:cNvPr>
            <p:cNvSpPr/>
            <p:nvPr/>
          </p:nvSpPr>
          <p:spPr>
            <a:xfrm>
              <a:off x="7089774" y="3819525"/>
              <a:ext cx="106055" cy="107921"/>
            </a:xfrm>
            <a:prstGeom prst="ellips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43C3766A-1373-00A8-2ADF-C10C30AD7D93}"/>
                </a:ext>
              </a:extLst>
            </p:cNvPr>
            <p:cNvGrpSpPr/>
            <p:nvPr/>
          </p:nvGrpSpPr>
          <p:grpSpPr>
            <a:xfrm>
              <a:off x="6096000" y="2821722"/>
              <a:ext cx="554570" cy="246221"/>
              <a:chOff x="6096000" y="2834661"/>
              <a:chExt cx="554570" cy="2462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8511D85B-45EB-345D-8C05-1AB2437F6D3B}"/>
                      </a:ext>
                    </a:extLst>
                  </p:cNvPr>
                  <p:cNvSpPr txBox="1"/>
                  <p:nvPr/>
                </p:nvSpPr>
                <p:spPr>
                  <a:xfrm>
                    <a:off x="6096000" y="2834661"/>
                    <a:ext cx="554570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a:t>1.38</a:t>
                    </a:r>
                    <a14:m>
                      <m:oMath xmlns:m="http://schemas.openxmlformats.org/officeDocument/2006/math">
                        <m:r>
                          <a:rPr lang="en-US" sz="1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a14:m>
                    <a:endParaRPr lang="en-US" sz="10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8511D85B-45EB-345D-8C05-1AB2437F6D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6000" y="2834661"/>
                    <a:ext cx="554570" cy="24622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952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D2DCAA7F-0BD7-132C-3A51-C5290D570E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88349" y="2957772"/>
                <a:ext cx="150286" cy="0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C9BE8A1-D567-CB07-7D53-CFB4783AACCE}"/>
                </a:ext>
              </a:extLst>
            </p:cNvPr>
            <p:cNvGrpSpPr/>
            <p:nvPr/>
          </p:nvGrpSpPr>
          <p:grpSpPr>
            <a:xfrm>
              <a:off x="2939339" y="3364901"/>
              <a:ext cx="554570" cy="246221"/>
              <a:chOff x="6117565" y="2817409"/>
              <a:chExt cx="554570" cy="2462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A4D1FB8F-A4AF-8A3B-2463-72C7381D969D}"/>
                      </a:ext>
                    </a:extLst>
                  </p:cNvPr>
                  <p:cNvSpPr txBox="1"/>
                  <p:nvPr/>
                </p:nvSpPr>
                <p:spPr>
                  <a:xfrm>
                    <a:off x="6117565" y="2817409"/>
                    <a:ext cx="554570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a:t>2.71</a:t>
                    </a:r>
                    <a14:m>
                      <m:oMath xmlns:m="http://schemas.openxmlformats.org/officeDocument/2006/math">
                        <m:r>
                          <a:rPr lang="en-US" sz="1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a14:m>
                    <a:endParaRPr lang="en-US" sz="1000" dirty="0">
                      <a:solidFill>
                        <a:schemeClr val="bg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A4D1FB8F-A4AF-8A3B-2463-72C7381D969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17565" y="2817409"/>
                    <a:ext cx="554570" cy="24622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952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D75EAF89-9787-9185-3A27-8EAD550985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88349" y="2957772"/>
                <a:ext cx="150286" cy="0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288CB568-3FB9-4248-3C37-908B68F0378D}"/>
                </a:ext>
              </a:extLst>
            </p:cNvPr>
            <p:cNvGrpSpPr/>
            <p:nvPr/>
          </p:nvGrpSpPr>
          <p:grpSpPr>
            <a:xfrm>
              <a:off x="3487360" y="3358243"/>
              <a:ext cx="554570" cy="246221"/>
              <a:chOff x="6117565" y="2834661"/>
              <a:chExt cx="554570" cy="2462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7B4D1F59-981E-384E-4F8D-E800E8432B38}"/>
                      </a:ext>
                    </a:extLst>
                  </p:cNvPr>
                  <p:cNvSpPr txBox="1"/>
                  <p:nvPr/>
                </p:nvSpPr>
                <p:spPr>
                  <a:xfrm>
                    <a:off x="6117565" y="2834661"/>
                    <a:ext cx="554570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a:t>1.55</a:t>
                    </a:r>
                    <a14:m>
                      <m:oMath xmlns:m="http://schemas.openxmlformats.org/officeDocument/2006/math">
                        <m:r>
                          <a:rPr lang="en-US" sz="1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a14:m>
                    <a:endParaRPr lang="en-US" sz="1000" dirty="0">
                      <a:solidFill>
                        <a:schemeClr val="bg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7B4D1F59-981E-384E-4F8D-E800E8432B3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17565" y="2834661"/>
                    <a:ext cx="554570" cy="246221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1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CAF61FB1-784D-0B9F-9198-907D636290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88349" y="2957772"/>
                <a:ext cx="150286" cy="0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48F3DD4-A0E0-6BF2-BE94-D2BD38274524}"/>
                    </a:ext>
                  </a:extLst>
                </p:cNvPr>
                <p:cNvSpPr txBox="1"/>
                <p:nvPr/>
              </p:nvSpPr>
              <p:spPr>
                <a:xfrm>
                  <a:off x="3777300" y="3146526"/>
                  <a:ext cx="55457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dirty="0">
                      <a:solidFill>
                        <a:schemeClr val="bg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1.10</a:t>
                  </a:r>
                  <a14:m>
                    <m:oMath xmlns:m="http://schemas.openxmlformats.org/officeDocument/2006/math">
                      <m:r>
                        <a:rPr lang="en-US" sz="1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a14:m>
                  <a:endParaRPr lang="en-US" sz="1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48F3DD4-A0E0-6BF2-BE94-D2BD382745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7300" y="3146526"/>
                  <a:ext cx="554570" cy="246221"/>
                </a:xfrm>
                <a:prstGeom prst="rect">
                  <a:avLst/>
                </a:prstGeom>
                <a:blipFill>
                  <a:blip r:embed="rId6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A2D02F02-F84D-724F-6C43-A53FC5FCDE59}"/>
                </a:ext>
              </a:extLst>
            </p:cNvPr>
            <p:cNvCxnSpPr>
              <a:cxnSpLocks/>
            </p:cNvCxnSpPr>
            <p:nvPr/>
          </p:nvCxnSpPr>
          <p:spPr>
            <a:xfrm>
              <a:off x="4080463" y="3353930"/>
              <a:ext cx="113704" cy="130046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258A3F87-E6E4-A818-A669-6FAE1E4E8138}"/>
                </a:ext>
              </a:extLst>
            </p:cNvPr>
            <p:cNvGrpSpPr/>
            <p:nvPr/>
          </p:nvGrpSpPr>
          <p:grpSpPr>
            <a:xfrm>
              <a:off x="2079453" y="2842846"/>
              <a:ext cx="681561" cy="246221"/>
              <a:chOff x="6127807" y="2704471"/>
              <a:chExt cx="681561" cy="2462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5DE33343-21EB-4E42-230A-0C8A42FD6A08}"/>
                      </a:ext>
                    </a:extLst>
                  </p:cNvPr>
                  <p:cNvSpPr txBox="1"/>
                  <p:nvPr/>
                </p:nvSpPr>
                <p:spPr>
                  <a:xfrm>
                    <a:off x="6254798" y="2704471"/>
                    <a:ext cx="554570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a:t>0.78</a:t>
                    </a:r>
                    <a14:m>
                      <m:oMath xmlns:m="http://schemas.openxmlformats.org/officeDocument/2006/math">
                        <m:r>
                          <a:rPr lang="en-US" sz="1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a14:m>
                    <a:endParaRPr lang="en-US" sz="1000" dirty="0">
                      <a:solidFill>
                        <a:schemeClr val="bg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5DE33343-21EB-4E42-230A-0C8A42FD6A0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54798" y="2704471"/>
                    <a:ext cx="554570" cy="246221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1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09FE194C-0398-E457-D563-4C925B94B9B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27807" y="2851584"/>
                <a:ext cx="206894" cy="95187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91EF983F-454F-72A3-9736-262CBE505938}"/>
                </a:ext>
              </a:extLst>
            </p:cNvPr>
            <p:cNvGrpSpPr/>
            <p:nvPr/>
          </p:nvGrpSpPr>
          <p:grpSpPr>
            <a:xfrm>
              <a:off x="6558064" y="3876873"/>
              <a:ext cx="554570" cy="246221"/>
              <a:chOff x="6118860" y="2842274"/>
              <a:chExt cx="554570" cy="2462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15F8660C-316D-7167-E43C-4324E41D2022}"/>
                      </a:ext>
                    </a:extLst>
                  </p:cNvPr>
                  <p:cNvSpPr txBox="1"/>
                  <p:nvPr/>
                </p:nvSpPr>
                <p:spPr>
                  <a:xfrm>
                    <a:off x="6118860" y="2842274"/>
                    <a:ext cx="554570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a:t>1.01</a:t>
                    </a:r>
                    <a14:m>
                      <m:oMath xmlns:m="http://schemas.openxmlformats.org/officeDocument/2006/math">
                        <m:r>
                          <a:rPr lang="en-US" sz="1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a14:m>
                    <a:endParaRPr lang="en-US" sz="10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15F8660C-316D-7167-E43C-4324E41D202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18860" y="2842274"/>
                    <a:ext cx="554570" cy="246221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952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3B7D6D18-451E-A488-A3A7-C495FD323B3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10858" y="2862076"/>
                <a:ext cx="117597" cy="103308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CEBC903A-4B78-F179-886D-843D45CB589F}"/>
                </a:ext>
              </a:extLst>
            </p:cNvPr>
            <p:cNvGrpSpPr/>
            <p:nvPr/>
          </p:nvGrpSpPr>
          <p:grpSpPr>
            <a:xfrm>
              <a:off x="8973847" y="3365178"/>
              <a:ext cx="554570" cy="246221"/>
              <a:chOff x="6096000" y="2834661"/>
              <a:chExt cx="554570" cy="2462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0F5BBD04-DBAC-4795-F1DC-42392640C27A}"/>
                      </a:ext>
                    </a:extLst>
                  </p:cNvPr>
                  <p:cNvSpPr txBox="1"/>
                  <p:nvPr/>
                </p:nvSpPr>
                <p:spPr>
                  <a:xfrm>
                    <a:off x="6096000" y="2834661"/>
                    <a:ext cx="554570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000" dirty="0">
                        <a:solidFill>
                          <a:schemeClr val="bg1"/>
                        </a:solidFill>
                      </a:rPr>
                      <a:t>7</a:t>
                    </a:r>
                    <a14:m>
                      <m:oMath xmlns:m="http://schemas.openxmlformats.org/officeDocument/2006/math">
                        <m:r>
                          <a:rPr lang="en-US" sz="10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.15</m:t>
                        </m:r>
                        <m:r>
                          <a:rPr lang="en-US" sz="1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a14:m>
                    <a:endParaRPr lang="en-US" sz="10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0F5BBD04-DBAC-4795-F1DC-42392640C27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6000" y="2834661"/>
                    <a:ext cx="554570" cy="246221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952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39B99593-96ED-C3AA-7464-085BBB7622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88349" y="2957772"/>
                <a:ext cx="150286" cy="0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FAAABE3D-26B8-2F49-D1B9-AF0E64FC76E7}"/>
                </a:ext>
              </a:extLst>
            </p:cNvPr>
            <p:cNvGrpSpPr/>
            <p:nvPr/>
          </p:nvGrpSpPr>
          <p:grpSpPr>
            <a:xfrm>
              <a:off x="2933877" y="3211222"/>
              <a:ext cx="554570" cy="246221"/>
              <a:chOff x="6096000" y="2834661"/>
              <a:chExt cx="554570" cy="2462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BE9F44BA-E0ED-499F-5F0A-52CE2164EE63}"/>
                      </a:ext>
                    </a:extLst>
                  </p:cNvPr>
                  <p:cNvSpPr txBox="1"/>
                  <p:nvPr/>
                </p:nvSpPr>
                <p:spPr>
                  <a:xfrm>
                    <a:off x="6096000" y="2834661"/>
                    <a:ext cx="554570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a:t>0.38</a:t>
                    </a:r>
                    <a14:m>
                      <m:oMath xmlns:m="http://schemas.openxmlformats.org/officeDocument/2006/math">
                        <m:r>
                          <a:rPr lang="en-US" sz="1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a14:m>
                    <a:endParaRPr lang="en-US" sz="1000" dirty="0">
                      <a:solidFill>
                        <a:schemeClr val="bg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BE9F44BA-E0ED-499F-5F0A-52CE2164EE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6000" y="2834661"/>
                    <a:ext cx="554570" cy="24622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1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8AC832E0-3273-366A-9E93-730A8658DB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88349" y="2957772"/>
                <a:ext cx="150286" cy="0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2" name="Oval 61">
            <a:extLst>
              <a:ext uri="{FF2B5EF4-FFF2-40B4-BE49-F238E27FC236}">
                <a16:creationId xmlns:a16="http://schemas.microsoft.com/office/drawing/2014/main" id="{11CB1ABB-6BB7-AF70-1726-06C7EA6670F8}"/>
              </a:ext>
            </a:extLst>
          </p:cNvPr>
          <p:cNvSpPr/>
          <p:nvPr/>
        </p:nvSpPr>
        <p:spPr>
          <a:xfrm>
            <a:off x="5638800" y="5548914"/>
            <a:ext cx="914400" cy="914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E23005F9-C140-4FF5-C2A4-E1D6B61BE1A7}"/>
              </a:ext>
            </a:extLst>
          </p:cNvPr>
          <p:cNvCxnSpPr>
            <a:cxnSpLocks/>
            <a:stCxn id="62" idx="0"/>
          </p:cNvCxnSpPr>
          <p:nvPr/>
        </p:nvCxnSpPr>
        <p:spPr>
          <a:xfrm flipH="1" flipV="1">
            <a:off x="2337742" y="3907492"/>
            <a:ext cx="3758258" cy="1641422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688D064-7588-DEB9-47A9-F9CE055F6BE2}"/>
              </a:ext>
            </a:extLst>
          </p:cNvPr>
          <p:cNvCxnSpPr>
            <a:cxnSpLocks/>
            <a:stCxn id="62" idx="0"/>
          </p:cNvCxnSpPr>
          <p:nvPr/>
        </p:nvCxnSpPr>
        <p:spPr>
          <a:xfrm flipH="1" flipV="1">
            <a:off x="3771954" y="3781735"/>
            <a:ext cx="2324046" cy="1767179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447F3A62-EEB5-A980-37A1-339A83004135}"/>
              </a:ext>
            </a:extLst>
          </p:cNvPr>
          <p:cNvCxnSpPr>
            <a:cxnSpLocks/>
            <a:stCxn id="62" idx="0"/>
          </p:cNvCxnSpPr>
          <p:nvPr/>
        </p:nvCxnSpPr>
        <p:spPr>
          <a:xfrm flipH="1" flipV="1">
            <a:off x="4295070" y="3714296"/>
            <a:ext cx="1800930" cy="1834618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5F4D137C-58C2-A5F3-B6CA-7BDF17C99DB0}"/>
              </a:ext>
            </a:extLst>
          </p:cNvPr>
          <p:cNvCxnSpPr>
            <a:cxnSpLocks/>
            <a:stCxn id="62" idx="0"/>
          </p:cNvCxnSpPr>
          <p:nvPr/>
        </p:nvCxnSpPr>
        <p:spPr>
          <a:xfrm flipH="1" flipV="1">
            <a:off x="4480839" y="3680577"/>
            <a:ext cx="1615161" cy="1868337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D51DC873-24FF-4BA2-551E-A8CF5E34FF38}"/>
              </a:ext>
            </a:extLst>
          </p:cNvPr>
          <p:cNvCxnSpPr>
            <a:cxnSpLocks/>
            <a:stCxn id="62" idx="0"/>
            <a:endCxn id="51" idx="3"/>
          </p:cNvCxnSpPr>
          <p:nvPr/>
        </p:nvCxnSpPr>
        <p:spPr>
          <a:xfrm flipV="1">
            <a:off x="6096000" y="4123044"/>
            <a:ext cx="1274923" cy="142587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66A4003B-E555-3AEA-0944-B6C48597D5E6}"/>
              </a:ext>
            </a:extLst>
          </p:cNvPr>
          <p:cNvCxnSpPr>
            <a:cxnSpLocks/>
            <a:stCxn id="62" idx="0"/>
          </p:cNvCxnSpPr>
          <p:nvPr/>
        </p:nvCxnSpPr>
        <p:spPr>
          <a:xfrm flipV="1">
            <a:off x="6096000" y="3942444"/>
            <a:ext cx="3733107" cy="160647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90B952CA-9CEB-C844-6718-CA5570FFD604}"/>
              </a:ext>
            </a:extLst>
          </p:cNvPr>
          <p:cNvCxnSpPr>
            <a:cxnSpLocks/>
            <a:stCxn id="62" idx="0"/>
          </p:cNvCxnSpPr>
          <p:nvPr/>
        </p:nvCxnSpPr>
        <p:spPr>
          <a:xfrm flipV="1">
            <a:off x="6096000" y="4039759"/>
            <a:ext cx="812859" cy="1509155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8FBBBD1E-B20D-8408-C827-74A1EF0B4E76}"/>
              </a:ext>
            </a:extLst>
          </p:cNvPr>
          <p:cNvSpPr txBox="1"/>
          <p:nvPr/>
        </p:nvSpPr>
        <p:spPr>
          <a:xfrm rot="1566420">
            <a:off x="2963405" y="4407175"/>
            <a:ext cx="7389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28.90 cm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E3006C9-65B1-BF94-969F-ED3BEFCB1831}"/>
              </a:ext>
            </a:extLst>
          </p:cNvPr>
          <p:cNvSpPr txBox="1"/>
          <p:nvPr/>
        </p:nvSpPr>
        <p:spPr>
          <a:xfrm rot="2151676">
            <a:off x="4144058" y="4396645"/>
            <a:ext cx="7389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61.10 m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58A0B94-194B-E24C-F6D4-974DAF14819C}"/>
              </a:ext>
            </a:extLst>
          </p:cNvPr>
          <p:cNvSpPr txBox="1"/>
          <p:nvPr/>
        </p:nvSpPr>
        <p:spPr>
          <a:xfrm rot="2639474">
            <a:off x="4309593" y="4123907"/>
            <a:ext cx="7389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107.00 m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D05FA64-DB50-C73F-BC5E-D0529D4D0C06}"/>
              </a:ext>
            </a:extLst>
          </p:cNvPr>
          <p:cNvSpPr txBox="1"/>
          <p:nvPr/>
        </p:nvSpPr>
        <p:spPr>
          <a:xfrm rot="2633676">
            <a:off x="4539545" y="3889064"/>
            <a:ext cx="7389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151.89 m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EB83B7A-5665-F7D0-8516-56693A71B697}"/>
              </a:ext>
            </a:extLst>
          </p:cNvPr>
          <p:cNvSpPr txBox="1"/>
          <p:nvPr/>
        </p:nvSpPr>
        <p:spPr>
          <a:xfrm rot="17893471">
            <a:off x="6140473" y="4383705"/>
            <a:ext cx="7389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16.90 m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B5E38C5-3085-3F36-D1B9-C7A2039F8262}"/>
              </a:ext>
            </a:extLst>
          </p:cNvPr>
          <p:cNvSpPr txBox="1"/>
          <p:nvPr/>
        </p:nvSpPr>
        <p:spPr>
          <a:xfrm rot="18857221">
            <a:off x="6734847" y="4525836"/>
            <a:ext cx="7389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15.20 m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22BA9CD-BBC2-AB5E-E720-2DD37D2C468E}"/>
              </a:ext>
            </a:extLst>
          </p:cNvPr>
          <p:cNvSpPr txBox="1"/>
          <p:nvPr/>
        </p:nvSpPr>
        <p:spPr>
          <a:xfrm rot="20044953">
            <a:off x="7928998" y="4344651"/>
            <a:ext cx="7389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23.18 m</a:t>
            </a:r>
          </a:p>
        </p:txBody>
      </p:sp>
    </p:spTree>
    <p:extLst>
      <p:ext uri="{BB962C8B-B14F-4D97-AF65-F5344CB8AC3E}">
        <p14:creationId xmlns:p14="http://schemas.microsoft.com/office/powerpoint/2010/main" val="3429886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19827</TotalTime>
  <Words>30</Words>
  <Application>Microsoft Macintosh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Keithan Ducre</dc:creator>
  <cp:lastModifiedBy>Kalanit Grill-Spector</cp:lastModifiedBy>
  <cp:revision>1</cp:revision>
  <dcterms:created xsi:type="dcterms:W3CDTF">2025-09-15T23:40:27Z</dcterms:created>
  <dcterms:modified xsi:type="dcterms:W3CDTF">2025-10-31T00:10:52Z</dcterms:modified>
</cp:coreProperties>
</file>